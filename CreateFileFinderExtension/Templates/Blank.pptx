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1"/>
  </p:normalViewPr>
  <p:slideViewPr>
    <p:cSldViewPr snapToGrid="0">
      <p:cViewPr varScale="1">
        <p:scale>
          <a:sx n="110" d="100"/>
          <a:sy n="110" d="100"/>
        </p:scale>
        <p:origin x="6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104B4F-4A96-C64E-FB83-0B94149034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3C58515-54F4-A25F-CA46-148009AFE8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4C2160-453A-DADA-3E83-D8D473196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10B9-A285-534D-9196-EE5BE93131E8}" type="datetimeFigureOut">
              <a:rPr kumimoji="1" lang="zh-CN" altLang="en-US" smtClean="0"/>
              <a:t>2026/6/8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893A3D-8F4B-D64E-7AE3-25BFD0387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B8C677-F295-8447-099F-1B0E42526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668FC-8D69-EF48-8773-98437038E1B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83904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33DE80-2F7E-4A73-C1A8-274F6B4DC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C58628-0212-0789-478D-602EC4ACF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A1FE88-5987-E55B-AC6F-99B71C1B6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10B9-A285-534D-9196-EE5BE93131E8}" type="datetimeFigureOut">
              <a:rPr kumimoji="1" lang="zh-CN" altLang="en-US" smtClean="0"/>
              <a:t>2026/6/8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403C0B-0115-7C7C-B808-78BBA4FDF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BD2F28-27EE-2181-831D-EDFDC7E46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668FC-8D69-EF48-8773-98437038E1B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34619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E9AD11-6C46-90F5-DB27-E325EEEDF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DF9B22-9EDB-FDED-407D-2C762D728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9F59A1-0DE8-7980-7BBA-3ECFEC4FA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10B9-A285-534D-9196-EE5BE93131E8}" type="datetimeFigureOut">
              <a:rPr kumimoji="1" lang="zh-CN" altLang="en-US" smtClean="0"/>
              <a:t>2026/6/8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9DA366-4D0F-2F25-0926-DBE9324E4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B0FCBE-A97E-90AC-58E4-164E504DC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668FC-8D69-EF48-8773-98437038E1B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50527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165C45-8524-6C99-BBB7-3FA81D56C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3B2292-1A6F-068D-30DA-171DD46A06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E80A46C-29F4-7A43-054D-F9E8D9E935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4AADA7-1F91-648E-963A-059EE3F0E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10B9-A285-534D-9196-EE5BE93131E8}" type="datetimeFigureOut">
              <a:rPr kumimoji="1" lang="zh-CN" altLang="en-US" smtClean="0"/>
              <a:t>2026/6/8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D3F8D5-5525-FA83-BA9A-29CBB85DD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EBA8A6-FCFB-6C6C-9410-4ABECAC25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668FC-8D69-EF48-8773-98437038E1B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61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0D0182-B8F6-A167-1D84-75E561AB2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2EF73-2F1C-435F-CC68-620636C9C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2557422-F33D-8657-05E6-258BCF32B5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9CA14FE-AF15-C4FE-4871-5089C79D23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F24D845-5406-3C61-F84F-5096577D57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DA52B4E-8393-0A75-FB04-02B3F07CE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10B9-A285-534D-9196-EE5BE93131E8}" type="datetimeFigureOut">
              <a:rPr kumimoji="1" lang="zh-CN" altLang="en-US" smtClean="0"/>
              <a:t>2026/6/8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87D7F15-B890-8AFB-8081-1FFB3A301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0E1D6F2-F93D-1AD3-9362-88D86394D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668FC-8D69-EF48-8773-98437038E1B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79090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C19513-420F-161B-C96D-7D987E89E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CECDF27-2B47-F68A-6A3E-186F6B590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10B9-A285-534D-9196-EE5BE93131E8}" type="datetimeFigureOut">
              <a:rPr kumimoji="1" lang="zh-CN" altLang="en-US" smtClean="0"/>
              <a:t>2026/6/8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F98F354-E60B-9DFE-1BDE-02C1B7FFB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18137E7-A144-7DD2-F8FD-AE646C2DB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668FC-8D69-EF48-8773-98437038E1B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77476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C374FAE-CB90-B8A3-4D82-6AB28B0C9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10B9-A285-534D-9196-EE5BE93131E8}" type="datetimeFigureOut">
              <a:rPr kumimoji="1" lang="zh-CN" altLang="en-US" smtClean="0"/>
              <a:t>2026/6/8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5E7FF09-3EBF-6E93-3DC1-4C1112AF5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5F347E-CDFD-6695-8FE0-D12F1A7CE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668FC-8D69-EF48-8773-98437038E1B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9150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D4BA94-E5AC-E0D7-B48A-01E194322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86F79A-89B5-2B77-083A-BDE5B373C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0096964-02AB-40E8-71C8-3E7EA21526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6C232E-38F0-EA1F-4E12-989710556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10B9-A285-534D-9196-EE5BE93131E8}" type="datetimeFigureOut">
              <a:rPr kumimoji="1" lang="zh-CN" altLang="en-US" smtClean="0"/>
              <a:t>2026/6/8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00C19C-3ECF-C2F7-9F8B-DD8DCB7D8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671599-C9E5-3289-15EB-A00D932D3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668FC-8D69-EF48-8773-98437038E1B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14649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7C3D4-BF52-FBEA-3156-55D65C27C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FF60ADB-70B9-6FEA-F335-0616FA7CD8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6E5C9D-95B8-C07D-87CF-C520E70E0B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A442BA-197B-ED7F-48C4-5775B7DC7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10B9-A285-534D-9196-EE5BE93131E8}" type="datetimeFigureOut">
              <a:rPr kumimoji="1" lang="zh-CN" altLang="en-US" smtClean="0"/>
              <a:t>2026/6/8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6CEFF9-CB39-1632-FC59-6DF53704D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7A2727-BA40-E07A-3862-2CB1B5A20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668FC-8D69-EF48-8773-98437038E1B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89318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F6188B-C8AF-5CB1-AB45-6904B3E03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E3BCDEB-6D00-4251-5DB6-2D06CA5F82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5B3AF6-4297-454C-B85D-57DEB000F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10B9-A285-534D-9196-EE5BE93131E8}" type="datetimeFigureOut">
              <a:rPr kumimoji="1" lang="zh-CN" altLang="en-US" smtClean="0"/>
              <a:t>2026/6/8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6955AC-334B-C711-EF10-F14122E3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932A7F-9FEE-ED0E-647F-7716B2FFD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668FC-8D69-EF48-8773-98437038E1B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65738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B70E1FC-A0C1-9788-8518-76FBCCF202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8B27F7A-F302-43C3-03DE-8084C27012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84E4C1-A3FA-2C13-0CB2-7F359483A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10B9-A285-534D-9196-EE5BE93131E8}" type="datetimeFigureOut">
              <a:rPr kumimoji="1" lang="zh-CN" altLang="en-US" smtClean="0"/>
              <a:t>2026/6/8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23C899-0FBD-C8D5-1257-FCCD2074F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A6D95A-7524-F86A-CED8-F1DC04A21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668FC-8D69-EF48-8773-98437038E1B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3776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F43F03E-E2A7-EF33-CBF1-D26BDB1AB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67B079-3727-CD94-BBB6-72E2B77B7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245982-ABCB-5966-ED31-4A2EB8FA8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3110B9-A285-534D-9196-EE5BE93131E8}" type="datetimeFigureOut">
              <a:rPr kumimoji="1" lang="zh-CN" altLang="en-US" smtClean="0"/>
              <a:t>2026/6/8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D9F281-85C6-AA96-C3DA-D87C96A294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B6D464-82F4-06DB-8B07-40D31BF3E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2668FC-8D69-EF48-8773-98437038E1B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74049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E2A2F6-55FC-83F6-EE87-35E309FFB7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474F84F-2DB3-A4BD-7068-7F160D00B5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0656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瑞生 林</dc:creator>
  <cp:lastModifiedBy>瑞生 林</cp:lastModifiedBy>
  <cp:revision>1</cp:revision>
  <dcterms:created xsi:type="dcterms:W3CDTF">2026-06-08T03:31:49Z</dcterms:created>
  <dcterms:modified xsi:type="dcterms:W3CDTF">2026-06-08T03:32:23Z</dcterms:modified>
</cp:coreProperties>
</file>